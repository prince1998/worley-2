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tiff" ContentType="image/tif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474"/>
    <p:restoredTop sz="94580"/>
  </p:normalViewPr>
  <p:slideViewPr>
    <p:cSldViewPr snapToGrid="0" snapToObjects="1">
      <p:cViewPr>
        <p:scale>
          <a:sx n="103" d="100"/>
          <a:sy n="103" d="100"/>
        </p:scale>
        <p:origin x="1080" y="5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3AF43-10D7-EE45-ADDE-38800DC3E14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48C6CDF8-186E-6449-BDC2-D530E6EE599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F02C6DF5-3AD4-0643-ACC7-D695B8BDF923}"/>
              </a:ext>
            </a:extLst>
          </p:cNvPr>
          <p:cNvSpPr>
            <a:spLocks noGrp="1"/>
          </p:cNvSpPr>
          <p:nvPr>
            <p:ph type="dt" sz="half" idx="10"/>
          </p:nvPr>
        </p:nvSpPr>
        <p:spPr/>
        <p:txBody>
          <a:bodyPr/>
          <a:lstStyle/>
          <a:p>
            <a:fld id="{544B5CDC-9A7F-7D4F-9BFD-26EC1A9AB0E5}" type="datetimeFigureOut">
              <a:rPr lang="en-GB" smtClean="0"/>
              <a:t>11/11/2020</a:t>
            </a:fld>
            <a:endParaRPr lang="en-GB"/>
          </a:p>
        </p:txBody>
      </p:sp>
      <p:sp>
        <p:nvSpPr>
          <p:cNvPr id="5" name="Footer Placeholder 4">
            <a:extLst>
              <a:ext uri="{FF2B5EF4-FFF2-40B4-BE49-F238E27FC236}">
                <a16:creationId xmlns:a16="http://schemas.microsoft.com/office/drawing/2014/main" id="{85E7D02F-9824-B74F-9960-C30799EE4BBA}"/>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4FB166B-5402-3B48-8A76-ABE6E3166827}"/>
              </a:ext>
            </a:extLst>
          </p:cNvPr>
          <p:cNvSpPr>
            <a:spLocks noGrp="1"/>
          </p:cNvSpPr>
          <p:nvPr>
            <p:ph type="sldNum" sz="quarter" idx="12"/>
          </p:nvPr>
        </p:nvSpPr>
        <p:spPr/>
        <p:txBody>
          <a:bodyPr/>
          <a:lstStyle/>
          <a:p>
            <a:fld id="{7989965C-372E-5545-AD25-D3F75B67CD60}" type="slidenum">
              <a:rPr lang="en-GB" smtClean="0"/>
              <a:t>‹#›</a:t>
            </a:fld>
            <a:endParaRPr lang="en-GB"/>
          </a:p>
        </p:txBody>
      </p:sp>
    </p:spTree>
    <p:extLst>
      <p:ext uri="{BB962C8B-B14F-4D97-AF65-F5344CB8AC3E}">
        <p14:creationId xmlns:p14="http://schemas.microsoft.com/office/powerpoint/2010/main" val="17591280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AA21D8-474D-AC4C-B5CF-36291417992A}"/>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F2A02921-5657-6E49-8989-AFBC9C3ED22C}"/>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B24BE181-1CF0-BD44-9C34-EEC526D0446C}"/>
              </a:ext>
            </a:extLst>
          </p:cNvPr>
          <p:cNvSpPr>
            <a:spLocks noGrp="1"/>
          </p:cNvSpPr>
          <p:nvPr>
            <p:ph type="dt" sz="half" idx="10"/>
          </p:nvPr>
        </p:nvSpPr>
        <p:spPr/>
        <p:txBody>
          <a:bodyPr/>
          <a:lstStyle/>
          <a:p>
            <a:fld id="{544B5CDC-9A7F-7D4F-9BFD-26EC1A9AB0E5}" type="datetimeFigureOut">
              <a:rPr lang="en-GB" smtClean="0"/>
              <a:t>11/11/2020</a:t>
            </a:fld>
            <a:endParaRPr lang="en-GB"/>
          </a:p>
        </p:txBody>
      </p:sp>
      <p:sp>
        <p:nvSpPr>
          <p:cNvPr id="5" name="Footer Placeholder 4">
            <a:extLst>
              <a:ext uri="{FF2B5EF4-FFF2-40B4-BE49-F238E27FC236}">
                <a16:creationId xmlns:a16="http://schemas.microsoft.com/office/drawing/2014/main" id="{DBCE6EBD-6051-A34C-8B35-D6410D49CAF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3553EF8-03CB-554F-A8F7-21B58769BDD7}"/>
              </a:ext>
            </a:extLst>
          </p:cNvPr>
          <p:cNvSpPr>
            <a:spLocks noGrp="1"/>
          </p:cNvSpPr>
          <p:nvPr>
            <p:ph type="sldNum" sz="quarter" idx="12"/>
          </p:nvPr>
        </p:nvSpPr>
        <p:spPr/>
        <p:txBody>
          <a:bodyPr/>
          <a:lstStyle/>
          <a:p>
            <a:fld id="{7989965C-372E-5545-AD25-D3F75B67CD60}" type="slidenum">
              <a:rPr lang="en-GB" smtClean="0"/>
              <a:t>‹#›</a:t>
            </a:fld>
            <a:endParaRPr lang="en-GB"/>
          </a:p>
        </p:txBody>
      </p:sp>
    </p:spTree>
    <p:extLst>
      <p:ext uri="{BB962C8B-B14F-4D97-AF65-F5344CB8AC3E}">
        <p14:creationId xmlns:p14="http://schemas.microsoft.com/office/powerpoint/2010/main" val="20257842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AAE789-CF34-5342-AE93-0E4F939D80A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5EC75013-E43B-7841-9EEC-DBBDC01C22A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7B7EE8BE-9BF3-0D4E-80B8-7CBF2B791553}"/>
              </a:ext>
            </a:extLst>
          </p:cNvPr>
          <p:cNvSpPr>
            <a:spLocks noGrp="1"/>
          </p:cNvSpPr>
          <p:nvPr>
            <p:ph type="dt" sz="half" idx="10"/>
          </p:nvPr>
        </p:nvSpPr>
        <p:spPr/>
        <p:txBody>
          <a:bodyPr/>
          <a:lstStyle/>
          <a:p>
            <a:fld id="{544B5CDC-9A7F-7D4F-9BFD-26EC1A9AB0E5}" type="datetimeFigureOut">
              <a:rPr lang="en-GB" smtClean="0"/>
              <a:t>11/11/2020</a:t>
            </a:fld>
            <a:endParaRPr lang="en-GB"/>
          </a:p>
        </p:txBody>
      </p:sp>
      <p:sp>
        <p:nvSpPr>
          <p:cNvPr id="5" name="Footer Placeholder 4">
            <a:extLst>
              <a:ext uri="{FF2B5EF4-FFF2-40B4-BE49-F238E27FC236}">
                <a16:creationId xmlns:a16="http://schemas.microsoft.com/office/drawing/2014/main" id="{C05F0301-641E-EA4C-8049-0FF9E8CEF61A}"/>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EB12A23-44F1-4C4D-87B2-51E0D7040B3F}"/>
              </a:ext>
            </a:extLst>
          </p:cNvPr>
          <p:cNvSpPr>
            <a:spLocks noGrp="1"/>
          </p:cNvSpPr>
          <p:nvPr>
            <p:ph type="sldNum" sz="quarter" idx="12"/>
          </p:nvPr>
        </p:nvSpPr>
        <p:spPr/>
        <p:txBody>
          <a:bodyPr/>
          <a:lstStyle/>
          <a:p>
            <a:fld id="{7989965C-372E-5545-AD25-D3F75B67CD60}" type="slidenum">
              <a:rPr lang="en-GB" smtClean="0"/>
              <a:t>‹#›</a:t>
            </a:fld>
            <a:endParaRPr lang="en-GB"/>
          </a:p>
        </p:txBody>
      </p:sp>
    </p:spTree>
    <p:extLst>
      <p:ext uri="{BB962C8B-B14F-4D97-AF65-F5344CB8AC3E}">
        <p14:creationId xmlns:p14="http://schemas.microsoft.com/office/powerpoint/2010/main" val="23086542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999CFD-1289-5741-9824-534094D53490}"/>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506EDD18-F5D9-A144-A9E8-165314D2FD31}"/>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0DEEAC37-0BB1-734A-BB0C-1A12F156EA84}"/>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D5F4588A-31BC-094F-89DC-076C1F6CAC50}"/>
              </a:ext>
            </a:extLst>
          </p:cNvPr>
          <p:cNvSpPr>
            <a:spLocks noGrp="1"/>
          </p:cNvSpPr>
          <p:nvPr>
            <p:ph type="dt" sz="half" idx="10"/>
          </p:nvPr>
        </p:nvSpPr>
        <p:spPr/>
        <p:txBody>
          <a:bodyPr/>
          <a:lstStyle/>
          <a:p>
            <a:fld id="{544B5CDC-9A7F-7D4F-9BFD-26EC1A9AB0E5}" type="datetimeFigureOut">
              <a:rPr lang="en-GB" smtClean="0"/>
              <a:t>11/11/2020</a:t>
            </a:fld>
            <a:endParaRPr lang="en-GB"/>
          </a:p>
        </p:txBody>
      </p:sp>
      <p:sp>
        <p:nvSpPr>
          <p:cNvPr id="6" name="Footer Placeholder 5">
            <a:extLst>
              <a:ext uri="{FF2B5EF4-FFF2-40B4-BE49-F238E27FC236}">
                <a16:creationId xmlns:a16="http://schemas.microsoft.com/office/drawing/2014/main" id="{D5DB1BCE-74B7-E840-92EC-E526F370C78A}"/>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C58F983C-24C1-C04C-8E9E-771A1BD4A158}"/>
              </a:ext>
            </a:extLst>
          </p:cNvPr>
          <p:cNvSpPr>
            <a:spLocks noGrp="1"/>
          </p:cNvSpPr>
          <p:nvPr>
            <p:ph type="sldNum" sz="quarter" idx="12"/>
          </p:nvPr>
        </p:nvSpPr>
        <p:spPr/>
        <p:txBody>
          <a:bodyPr/>
          <a:lstStyle/>
          <a:p>
            <a:fld id="{7989965C-372E-5545-AD25-D3F75B67CD60}" type="slidenum">
              <a:rPr lang="en-GB" smtClean="0"/>
              <a:t>‹#›</a:t>
            </a:fld>
            <a:endParaRPr lang="en-GB"/>
          </a:p>
        </p:txBody>
      </p:sp>
    </p:spTree>
    <p:extLst>
      <p:ext uri="{BB962C8B-B14F-4D97-AF65-F5344CB8AC3E}">
        <p14:creationId xmlns:p14="http://schemas.microsoft.com/office/powerpoint/2010/main" val="42300923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9B543F-401A-EF44-9632-1410FF2A3827}"/>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CC8E5D2C-DF82-4E47-9155-49FD946FBEC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FE02C8BD-7547-734E-9CA3-D4470178BFC3}"/>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2AA3A7F2-F901-EA44-A8FF-B530EE20515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416C7113-1D46-2949-A612-26FE2FBDF85C}"/>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2C5F7257-1F49-0B4F-BD41-ADE3C1C88A7C}"/>
              </a:ext>
            </a:extLst>
          </p:cNvPr>
          <p:cNvSpPr>
            <a:spLocks noGrp="1"/>
          </p:cNvSpPr>
          <p:nvPr>
            <p:ph type="dt" sz="half" idx="10"/>
          </p:nvPr>
        </p:nvSpPr>
        <p:spPr/>
        <p:txBody>
          <a:bodyPr/>
          <a:lstStyle/>
          <a:p>
            <a:fld id="{544B5CDC-9A7F-7D4F-9BFD-26EC1A9AB0E5}" type="datetimeFigureOut">
              <a:rPr lang="en-GB" smtClean="0"/>
              <a:t>11/11/2020</a:t>
            </a:fld>
            <a:endParaRPr lang="en-GB"/>
          </a:p>
        </p:txBody>
      </p:sp>
      <p:sp>
        <p:nvSpPr>
          <p:cNvPr id="8" name="Footer Placeholder 7">
            <a:extLst>
              <a:ext uri="{FF2B5EF4-FFF2-40B4-BE49-F238E27FC236}">
                <a16:creationId xmlns:a16="http://schemas.microsoft.com/office/drawing/2014/main" id="{26A6C068-E735-DE42-84D0-4016DA67B47C}"/>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5C68A646-135C-6243-90EB-848C62263F1F}"/>
              </a:ext>
            </a:extLst>
          </p:cNvPr>
          <p:cNvSpPr>
            <a:spLocks noGrp="1"/>
          </p:cNvSpPr>
          <p:nvPr>
            <p:ph type="sldNum" sz="quarter" idx="12"/>
          </p:nvPr>
        </p:nvSpPr>
        <p:spPr/>
        <p:txBody>
          <a:bodyPr/>
          <a:lstStyle/>
          <a:p>
            <a:fld id="{7989965C-372E-5545-AD25-D3F75B67CD60}" type="slidenum">
              <a:rPr lang="en-GB" smtClean="0"/>
              <a:t>‹#›</a:t>
            </a:fld>
            <a:endParaRPr lang="en-GB"/>
          </a:p>
        </p:txBody>
      </p:sp>
    </p:spTree>
    <p:extLst>
      <p:ext uri="{BB962C8B-B14F-4D97-AF65-F5344CB8AC3E}">
        <p14:creationId xmlns:p14="http://schemas.microsoft.com/office/powerpoint/2010/main" val="35133911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3FA4E8-115B-9642-99AD-89593F693E9D}"/>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0CAEFCFF-7C2C-8143-84A2-B79DEB11140B}"/>
              </a:ext>
            </a:extLst>
          </p:cNvPr>
          <p:cNvSpPr>
            <a:spLocks noGrp="1"/>
          </p:cNvSpPr>
          <p:nvPr>
            <p:ph type="dt" sz="half" idx="10"/>
          </p:nvPr>
        </p:nvSpPr>
        <p:spPr/>
        <p:txBody>
          <a:bodyPr/>
          <a:lstStyle/>
          <a:p>
            <a:fld id="{544B5CDC-9A7F-7D4F-9BFD-26EC1A9AB0E5}" type="datetimeFigureOut">
              <a:rPr lang="en-GB" smtClean="0"/>
              <a:t>11/11/2020</a:t>
            </a:fld>
            <a:endParaRPr lang="en-GB"/>
          </a:p>
        </p:txBody>
      </p:sp>
      <p:sp>
        <p:nvSpPr>
          <p:cNvPr id="4" name="Footer Placeholder 3">
            <a:extLst>
              <a:ext uri="{FF2B5EF4-FFF2-40B4-BE49-F238E27FC236}">
                <a16:creationId xmlns:a16="http://schemas.microsoft.com/office/drawing/2014/main" id="{6F16204E-3666-C241-BD29-DE542C69A18B}"/>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4E4C4C9B-3019-9545-91CD-DE35BEB7B15B}"/>
              </a:ext>
            </a:extLst>
          </p:cNvPr>
          <p:cNvSpPr>
            <a:spLocks noGrp="1"/>
          </p:cNvSpPr>
          <p:nvPr>
            <p:ph type="sldNum" sz="quarter" idx="12"/>
          </p:nvPr>
        </p:nvSpPr>
        <p:spPr/>
        <p:txBody>
          <a:bodyPr/>
          <a:lstStyle/>
          <a:p>
            <a:fld id="{7989965C-372E-5545-AD25-D3F75B67CD60}" type="slidenum">
              <a:rPr lang="en-GB" smtClean="0"/>
              <a:t>‹#›</a:t>
            </a:fld>
            <a:endParaRPr lang="en-GB"/>
          </a:p>
        </p:txBody>
      </p:sp>
    </p:spTree>
    <p:extLst>
      <p:ext uri="{BB962C8B-B14F-4D97-AF65-F5344CB8AC3E}">
        <p14:creationId xmlns:p14="http://schemas.microsoft.com/office/powerpoint/2010/main" val="32744556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110CAF9-A627-264A-8DA0-EBD5C909FE5A}"/>
              </a:ext>
            </a:extLst>
          </p:cNvPr>
          <p:cNvSpPr>
            <a:spLocks noGrp="1"/>
          </p:cNvSpPr>
          <p:nvPr>
            <p:ph type="dt" sz="half" idx="10"/>
          </p:nvPr>
        </p:nvSpPr>
        <p:spPr/>
        <p:txBody>
          <a:bodyPr/>
          <a:lstStyle/>
          <a:p>
            <a:fld id="{544B5CDC-9A7F-7D4F-9BFD-26EC1A9AB0E5}" type="datetimeFigureOut">
              <a:rPr lang="en-GB" smtClean="0"/>
              <a:t>11/11/2020</a:t>
            </a:fld>
            <a:endParaRPr lang="en-GB"/>
          </a:p>
        </p:txBody>
      </p:sp>
      <p:sp>
        <p:nvSpPr>
          <p:cNvPr id="3" name="Footer Placeholder 2">
            <a:extLst>
              <a:ext uri="{FF2B5EF4-FFF2-40B4-BE49-F238E27FC236}">
                <a16:creationId xmlns:a16="http://schemas.microsoft.com/office/drawing/2014/main" id="{C9CE7056-69BC-B148-A080-02691809E819}"/>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732DFEB6-3A7E-F445-9B5E-7AA961F5C3BC}"/>
              </a:ext>
            </a:extLst>
          </p:cNvPr>
          <p:cNvSpPr>
            <a:spLocks noGrp="1"/>
          </p:cNvSpPr>
          <p:nvPr>
            <p:ph type="sldNum" sz="quarter" idx="12"/>
          </p:nvPr>
        </p:nvSpPr>
        <p:spPr/>
        <p:txBody>
          <a:bodyPr/>
          <a:lstStyle/>
          <a:p>
            <a:fld id="{7989965C-372E-5545-AD25-D3F75B67CD60}" type="slidenum">
              <a:rPr lang="en-GB" smtClean="0"/>
              <a:t>‹#›</a:t>
            </a:fld>
            <a:endParaRPr lang="en-GB"/>
          </a:p>
        </p:txBody>
      </p:sp>
    </p:spTree>
    <p:extLst>
      <p:ext uri="{BB962C8B-B14F-4D97-AF65-F5344CB8AC3E}">
        <p14:creationId xmlns:p14="http://schemas.microsoft.com/office/powerpoint/2010/main" val="32460701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32B27B-2A80-B148-B750-CABA05CB03F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65936C48-A633-2F49-AC50-7F1CF846C23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2C7EAF94-9564-E145-B28F-2AC26210D38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A0BD11D1-4DA9-FF40-AE7C-A82F0E972230}"/>
              </a:ext>
            </a:extLst>
          </p:cNvPr>
          <p:cNvSpPr>
            <a:spLocks noGrp="1"/>
          </p:cNvSpPr>
          <p:nvPr>
            <p:ph type="dt" sz="half" idx="10"/>
          </p:nvPr>
        </p:nvSpPr>
        <p:spPr/>
        <p:txBody>
          <a:bodyPr/>
          <a:lstStyle/>
          <a:p>
            <a:fld id="{544B5CDC-9A7F-7D4F-9BFD-26EC1A9AB0E5}" type="datetimeFigureOut">
              <a:rPr lang="en-GB" smtClean="0"/>
              <a:t>11/11/2020</a:t>
            </a:fld>
            <a:endParaRPr lang="en-GB"/>
          </a:p>
        </p:txBody>
      </p:sp>
      <p:sp>
        <p:nvSpPr>
          <p:cNvPr id="6" name="Footer Placeholder 5">
            <a:extLst>
              <a:ext uri="{FF2B5EF4-FFF2-40B4-BE49-F238E27FC236}">
                <a16:creationId xmlns:a16="http://schemas.microsoft.com/office/drawing/2014/main" id="{55EC26CF-486B-C848-9C06-BF68216AC1A3}"/>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EBCD00E-75D5-AF49-BCC8-FEF38BF737C2}"/>
              </a:ext>
            </a:extLst>
          </p:cNvPr>
          <p:cNvSpPr>
            <a:spLocks noGrp="1"/>
          </p:cNvSpPr>
          <p:nvPr>
            <p:ph type="sldNum" sz="quarter" idx="12"/>
          </p:nvPr>
        </p:nvSpPr>
        <p:spPr/>
        <p:txBody>
          <a:bodyPr/>
          <a:lstStyle/>
          <a:p>
            <a:fld id="{7989965C-372E-5545-AD25-D3F75B67CD60}" type="slidenum">
              <a:rPr lang="en-GB" smtClean="0"/>
              <a:t>‹#›</a:t>
            </a:fld>
            <a:endParaRPr lang="en-GB"/>
          </a:p>
        </p:txBody>
      </p:sp>
    </p:spTree>
    <p:extLst>
      <p:ext uri="{BB962C8B-B14F-4D97-AF65-F5344CB8AC3E}">
        <p14:creationId xmlns:p14="http://schemas.microsoft.com/office/powerpoint/2010/main" val="40802439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3B4F5A-B55E-5347-8230-F78D4B64708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1379D516-E029-6245-B783-DB3D4E512F4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F1E87F00-ABCD-D448-89B3-54DFA9D980E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3A0B2C3F-F103-974A-AF34-E7F1396774D1}"/>
              </a:ext>
            </a:extLst>
          </p:cNvPr>
          <p:cNvSpPr>
            <a:spLocks noGrp="1"/>
          </p:cNvSpPr>
          <p:nvPr>
            <p:ph type="dt" sz="half" idx="10"/>
          </p:nvPr>
        </p:nvSpPr>
        <p:spPr/>
        <p:txBody>
          <a:bodyPr/>
          <a:lstStyle/>
          <a:p>
            <a:fld id="{544B5CDC-9A7F-7D4F-9BFD-26EC1A9AB0E5}" type="datetimeFigureOut">
              <a:rPr lang="en-GB" smtClean="0"/>
              <a:t>11/11/2020</a:t>
            </a:fld>
            <a:endParaRPr lang="en-GB"/>
          </a:p>
        </p:txBody>
      </p:sp>
      <p:sp>
        <p:nvSpPr>
          <p:cNvPr id="6" name="Footer Placeholder 5">
            <a:extLst>
              <a:ext uri="{FF2B5EF4-FFF2-40B4-BE49-F238E27FC236}">
                <a16:creationId xmlns:a16="http://schemas.microsoft.com/office/drawing/2014/main" id="{CB2894C7-BCCA-2D43-8706-FB67372E41FD}"/>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B309FC74-36D7-1142-ADFB-C939EBE38FCA}"/>
              </a:ext>
            </a:extLst>
          </p:cNvPr>
          <p:cNvSpPr>
            <a:spLocks noGrp="1"/>
          </p:cNvSpPr>
          <p:nvPr>
            <p:ph type="sldNum" sz="quarter" idx="12"/>
          </p:nvPr>
        </p:nvSpPr>
        <p:spPr/>
        <p:txBody>
          <a:bodyPr/>
          <a:lstStyle/>
          <a:p>
            <a:fld id="{7989965C-372E-5545-AD25-D3F75B67CD60}" type="slidenum">
              <a:rPr lang="en-GB" smtClean="0"/>
              <a:t>‹#›</a:t>
            </a:fld>
            <a:endParaRPr lang="en-GB"/>
          </a:p>
        </p:txBody>
      </p:sp>
    </p:spTree>
    <p:extLst>
      <p:ext uri="{BB962C8B-B14F-4D97-AF65-F5344CB8AC3E}">
        <p14:creationId xmlns:p14="http://schemas.microsoft.com/office/powerpoint/2010/main" val="21410446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8EAAA3-EB44-B34E-A81E-5BB6BBDB3250}"/>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CC911470-DD87-894F-9337-037AC26D7B69}"/>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23EA1085-84B3-2D45-BF8D-0A12FC946DA2}"/>
              </a:ext>
            </a:extLst>
          </p:cNvPr>
          <p:cNvSpPr>
            <a:spLocks noGrp="1"/>
          </p:cNvSpPr>
          <p:nvPr>
            <p:ph type="dt" sz="half" idx="10"/>
          </p:nvPr>
        </p:nvSpPr>
        <p:spPr/>
        <p:txBody>
          <a:bodyPr/>
          <a:lstStyle/>
          <a:p>
            <a:fld id="{544B5CDC-9A7F-7D4F-9BFD-26EC1A9AB0E5}" type="datetimeFigureOut">
              <a:rPr lang="en-GB" smtClean="0"/>
              <a:t>11/11/2020</a:t>
            </a:fld>
            <a:endParaRPr lang="en-GB"/>
          </a:p>
        </p:txBody>
      </p:sp>
      <p:sp>
        <p:nvSpPr>
          <p:cNvPr id="5" name="Footer Placeholder 4">
            <a:extLst>
              <a:ext uri="{FF2B5EF4-FFF2-40B4-BE49-F238E27FC236}">
                <a16:creationId xmlns:a16="http://schemas.microsoft.com/office/drawing/2014/main" id="{81D3E875-A33A-194A-8338-74440EF94B0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C462B33-96C6-5141-B027-1809093795AA}"/>
              </a:ext>
            </a:extLst>
          </p:cNvPr>
          <p:cNvSpPr>
            <a:spLocks noGrp="1"/>
          </p:cNvSpPr>
          <p:nvPr>
            <p:ph type="sldNum" sz="quarter" idx="12"/>
          </p:nvPr>
        </p:nvSpPr>
        <p:spPr/>
        <p:txBody>
          <a:bodyPr/>
          <a:lstStyle/>
          <a:p>
            <a:fld id="{7989965C-372E-5545-AD25-D3F75B67CD60}" type="slidenum">
              <a:rPr lang="en-GB" smtClean="0"/>
              <a:t>‹#›</a:t>
            </a:fld>
            <a:endParaRPr lang="en-GB"/>
          </a:p>
        </p:txBody>
      </p:sp>
    </p:spTree>
    <p:extLst>
      <p:ext uri="{BB962C8B-B14F-4D97-AF65-F5344CB8AC3E}">
        <p14:creationId xmlns:p14="http://schemas.microsoft.com/office/powerpoint/2010/main" val="11412678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EEAAD8F-F8A2-3545-9AB6-CF7A815D408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A6EE618F-34CA-8E46-A24A-89E442451A19}"/>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F1BD9B7B-0206-E344-95E3-186F68D6B837}"/>
              </a:ext>
            </a:extLst>
          </p:cNvPr>
          <p:cNvSpPr>
            <a:spLocks noGrp="1"/>
          </p:cNvSpPr>
          <p:nvPr>
            <p:ph type="dt" sz="half" idx="10"/>
          </p:nvPr>
        </p:nvSpPr>
        <p:spPr/>
        <p:txBody>
          <a:bodyPr/>
          <a:lstStyle/>
          <a:p>
            <a:fld id="{544B5CDC-9A7F-7D4F-9BFD-26EC1A9AB0E5}" type="datetimeFigureOut">
              <a:rPr lang="en-GB" smtClean="0"/>
              <a:t>11/11/2020</a:t>
            </a:fld>
            <a:endParaRPr lang="en-GB"/>
          </a:p>
        </p:txBody>
      </p:sp>
      <p:sp>
        <p:nvSpPr>
          <p:cNvPr id="5" name="Footer Placeholder 4">
            <a:extLst>
              <a:ext uri="{FF2B5EF4-FFF2-40B4-BE49-F238E27FC236}">
                <a16:creationId xmlns:a16="http://schemas.microsoft.com/office/drawing/2014/main" id="{7FEB74DF-8CCB-614D-950D-1C43DC4C6B2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C2D9D2D-6DA2-BE40-931F-652C3C1E6626}"/>
              </a:ext>
            </a:extLst>
          </p:cNvPr>
          <p:cNvSpPr>
            <a:spLocks noGrp="1"/>
          </p:cNvSpPr>
          <p:nvPr>
            <p:ph type="sldNum" sz="quarter" idx="12"/>
          </p:nvPr>
        </p:nvSpPr>
        <p:spPr/>
        <p:txBody>
          <a:bodyPr/>
          <a:lstStyle/>
          <a:p>
            <a:fld id="{7989965C-372E-5545-AD25-D3F75B67CD60}" type="slidenum">
              <a:rPr lang="en-GB" smtClean="0"/>
              <a:t>‹#›</a:t>
            </a:fld>
            <a:endParaRPr lang="en-GB"/>
          </a:p>
        </p:txBody>
      </p:sp>
    </p:spTree>
    <p:extLst>
      <p:ext uri="{BB962C8B-B14F-4D97-AF65-F5344CB8AC3E}">
        <p14:creationId xmlns:p14="http://schemas.microsoft.com/office/powerpoint/2010/main" val="580662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84E48EC-11E1-144C-8C5E-A204A7A568F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221C1726-C65F-E645-B4E1-3AB03998067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43C7724E-41DC-E44B-9FFB-270C139DC4E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44B5CDC-9A7F-7D4F-9BFD-26EC1A9AB0E5}" type="datetimeFigureOut">
              <a:rPr lang="en-GB" smtClean="0"/>
              <a:t>11/11/2020</a:t>
            </a:fld>
            <a:endParaRPr lang="en-GB"/>
          </a:p>
        </p:txBody>
      </p:sp>
      <p:sp>
        <p:nvSpPr>
          <p:cNvPr id="5" name="Footer Placeholder 4">
            <a:extLst>
              <a:ext uri="{FF2B5EF4-FFF2-40B4-BE49-F238E27FC236}">
                <a16:creationId xmlns:a16="http://schemas.microsoft.com/office/drawing/2014/main" id="{30F0A39B-EC88-824B-9C21-CDEAD4D328A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ECE0E5B0-74D7-AF47-8DF4-AAF497F8078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989965C-372E-5545-AD25-D3F75B67CD60}" type="slidenum">
              <a:rPr lang="en-GB" smtClean="0"/>
              <a:t>‹#›</a:t>
            </a:fld>
            <a:endParaRPr lang="en-GB"/>
          </a:p>
        </p:txBody>
      </p:sp>
    </p:spTree>
    <p:extLst>
      <p:ext uri="{BB962C8B-B14F-4D97-AF65-F5344CB8AC3E}">
        <p14:creationId xmlns:p14="http://schemas.microsoft.com/office/powerpoint/2010/main" val="13181691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en.wikipedia.org/wiki/Neural_network"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005EB7-9224-AA47-8385-5840FC4D45A9}"/>
              </a:ext>
            </a:extLst>
          </p:cNvPr>
          <p:cNvSpPr>
            <a:spLocks noGrp="1"/>
          </p:cNvSpPr>
          <p:nvPr>
            <p:ph type="ctrTitle"/>
          </p:nvPr>
        </p:nvSpPr>
        <p:spPr/>
        <p:txBody>
          <a:bodyPr/>
          <a:lstStyle/>
          <a:p>
            <a:r>
              <a:rPr lang="en-GB" dirty="0"/>
              <a:t>Assignment 2</a:t>
            </a:r>
          </a:p>
        </p:txBody>
      </p:sp>
      <p:sp>
        <p:nvSpPr>
          <p:cNvPr id="3" name="Subtitle 2">
            <a:extLst>
              <a:ext uri="{FF2B5EF4-FFF2-40B4-BE49-F238E27FC236}">
                <a16:creationId xmlns:a16="http://schemas.microsoft.com/office/drawing/2014/main" id="{BD39C462-B0E7-F740-8A94-AFEB4052EBB0}"/>
              </a:ext>
            </a:extLst>
          </p:cNvPr>
          <p:cNvSpPr>
            <a:spLocks noGrp="1"/>
          </p:cNvSpPr>
          <p:nvPr>
            <p:ph type="subTitle" idx="1"/>
          </p:nvPr>
        </p:nvSpPr>
        <p:spPr/>
        <p:txBody>
          <a:bodyPr/>
          <a:lstStyle/>
          <a:p>
            <a:endParaRPr lang="en-GB" dirty="0"/>
          </a:p>
        </p:txBody>
      </p:sp>
    </p:spTree>
    <p:extLst>
      <p:ext uri="{BB962C8B-B14F-4D97-AF65-F5344CB8AC3E}">
        <p14:creationId xmlns:p14="http://schemas.microsoft.com/office/powerpoint/2010/main" val="19284878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4F7D3B-9814-434F-969B-6F4D586DE011}"/>
              </a:ext>
            </a:extLst>
          </p:cNvPr>
          <p:cNvSpPr>
            <a:spLocks noGrp="1"/>
          </p:cNvSpPr>
          <p:nvPr>
            <p:ph type="title"/>
          </p:nvPr>
        </p:nvSpPr>
        <p:spPr/>
        <p:txBody>
          <a:bodyPr/>
          <a:lstStyle/>
          <a:p>
            <a:r>
              <a:rPr lang="en-IN" dirty="0"/>
              <a:t>Steps followed</a:t>
            </a:r>
            <a:endParaRPr lang="en-GB" dirty="0"/>
          </a:p>
        </p:txBody>
      </p:sp>
      <p:sp>
        <p:nvSpPr>
          <p:cNvPr id="4" name="Content Placeholder 3">
            <a:extLst>
              <a:ext uri="{FF2B5EF4-FFF2-40B4-BE49-F238E27FC236}">
                <a16:creationId xmlns:a16="http://schemas.microsoft.com/office/drawing/2014/main" id="{37F3E9F5-4B7F-5E48-A12E-34B51085736D}"/>
              </a:ext>
            </a:extLst>
          </p:cNvPr>
          <p:cNvSpPr>
            <a:spLocks noGrp="1"/>
          </p:cNvSpPr>
          <p:nvPr>
            <p:ph idx="1"/>
          </p:nvPr>
        </p:nvSpPr>
        <p:spPr/>
        <p:txBody>
          <a:bodyPr/>
          <a:lstStyle/>
          <a:p>
            <a:r>
              <a:rPr lang="en-GB" dirty="0"/>
              <a:t>Implemented image classifier on MNIST Dataset</a:t>
            </a:r>
          </a:p>
          <a:p>
            <a:r>
              <a:rPr lang="en-GB" dirty="0"/>
              <a:t>Downloaded images for each category of animal using </a:t>
            </a:r>
            <a:r>
              <a:rPr lang="en-GB" dirty="0" err="1"/>
              <a:t>Fatkun</a:t>
            </a:r>
            <a:r>
              <a:rPr lang="en-GB" dirty="0"/>
              <a:t> Batch Downloader</a:t>
            </a:r>
          </a:p>
          <a:p>
            <a:r>
              <a:rPr lang="en-GB" dirty="0"/>
              <a:t>Did image filtering; Normalised pixel values</a:t>
            </a:r>
          </a:p>
          <a:p>
            <a:r>
              <a:rPr lang="en-GB" dirty="0"/>
              <a:t>Trained on categories of animals using Convolutional Neural Network</a:t>
            </a:r>
          </a:p>
          <a:p>
            <a:r>
              <a:rPr lang="en-GB" dirty="0"/>
              <a:t>Tested on a small dataset</a:t>
            </a:r>
          </a:p>
          <a:p>
            <a:r>
              <a:rPr lang="en-GB" dirty="0"/>
              <a:t>Tested on original dataset</a:t>
            </a:r>
          </a:p>
          <a:p>
            <a:endParaRPr lang="en-GB" dirty="0"/>
          </a:p>
        </p:txBody>
      </p:sp>
    </p:spTree>
    <p:extLst>
      <p:ext uri="{BB962C8B-B14F-4D97-AF65-F5344CB8AC3E}">
        <p14:creationId xmlns:p14="http://schemas.microsoft.com/office/powerpoint/2010/main" val="22991186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4F7D3B-9814-434F-969B-6F4D586DE011}"/>
              </a:ext>
            </a:extLst>
          </p:cNvPr>
          <p:cNvSpPr>
            <a:spLocks noGrp="1"/>
          </p:cNvSpPr>
          <p:nvPr>
            <p:ph type="title"/>
          </p:nvPr>
        </p:nvSpPr>
        <p:spPr/>
        <p:txBody>
          <a:bodyPr/>
          <a:lstStyle/>
          <a:p>
            <a:r>
              <a:rPr lang="en-IN" dirty="0"/>
              <a:t>Why convolutional neural network?</a:t>
            </a:r>
            <a:endParaRPr lang="en-GB" dirty="0"/>
          </a:p>
        </p:txBody>
      </p:sp>
      <p:sp>
        <p:nvSpPr>
          <p:cNvPr id="4" name="Content Placeholder 3">
            <a:extLst>
              <a:ext uri="{FF2B5EF4-FFF2-40B4-BE49-F238E27FC236}">
                <a16:creationId xmlns:a16="http://schemas.microsoft.com/office/drawing/2014/main" id="{37F3E9F5-4B7F-5E48-A12E-34B51085736D}"/>
              </a:ext>
            </a:extLst>
          </p:cNvPr>
          <p:cNvSpPr>
            <a:spLocks noGrp="1"/>
          </p:cNvSpPr>
          <p:nvPr>
            <p:ph idx="1"/>
          </p:nvPr>
        </p:nvSpPr>
        <p:spPr/>
        <p:txBody>
          <a:bodyPr>
            <a:normAutofit/>
          </a:bodyPr>
          <a:lstStyle/>
          <a:p>
            <a:pPr fontAlgn="base"/>
            <a:r>
              <a:rPr lang="en-IN" dirty="0"/>
              <a:t>CNNs are modified versions of regular neural</a:t>
            </a:r>
            <a:r>
              <a:rPr lang="en-IN" u="sng" dirty="0">
                <a:hlinkClick r:id="rId2"/>
              </a:rPr>
              <a:t> </a:t>
            </a:r>
            <a:r>
              <a:rPr lang="en-IN" dirty="0">
                <a:hlinkClick r:id="rId2">
                  <a:extLst>
                    <a:ext uri="{A12FA001-AC4F-418D-AE19-62706E023703}">
                      <ahyp:hlinkClr xmlns:ahyp="http://schemas.microsoft.com/office/drawing/2018/hyperlinkcolor" val="tx"/>
                    </a:ext>
                  </a:extLst>
                </a:hlinkClick>
              </a:rPr>
              <a:t>networks</a:t>
            </a:r>
            <a:r>
              <a:rPr lang="en-IN" dirty="0"/>
              <a:t>. These are modified specifically for image data. Feeding images to regular neural networks would require our network to have a large number of input neurons. </a:t>
            </a:r>
          </a:p>
          <a:p>
            <a:pPr fontAlgn="base"/>
            <a:r>
              <a:rPr lang="en-IN" dirty="0"/>
              <a:t>The main purpose of convolutional neural networks is to take advantage of the spatial structure of the image and to extract high level features from that and then train on those features. It does so by performing a convolution operation on the matrix of pixel values.</a:t>
            </a:r>
          </a:p>
          <a:p>
            <a:endParaRPr lang="en-GB" dirty="0"/>
          </a:p>
        </p:txBody>
      </p:sp>
    </p:spTree>
    <p:extLst>
      <p:ext uri="{BB962C8B-B14F-4D97-AF65-F5344CB8AC3E}">
        <p14:creationId xmlns:p14="http://schemas.microsoft.com/office/powerpoint/2010/main" val="19251982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4F7D3B-9814-434F-969B-6F4D586DE011}"/>
              </a:ext>
            </a:extLst>
          </p:cNvPr>
          <p:cNvSpPr>
            <a:spLocks noGrp="1"/>
          </p:cNvSpPr>
          <p:nvPr>
            <p:ph type="title"/>
          </p:nvPr>
        </p:nvSpPr>
        <p:spPr/>
        <p:txBody>
          <a:bodyPr/>
          <a:lstStyle/>
          <a:p>
            <a:r>
              <a:rPr lang="en-IN" dirty="0"/>
              <a:t>How convolutional neural network works?</a:t>
            </a:r>
            <a:endParaRPr lang="en-GB" dirty="0"/>
          </a:p>
        </p:txBody>
      </p:sp>
      <p:sp>
        <p:nvSpPr>
          <p:cNvPr id="4" name="Content Placeholder 3">
            <a:extLst>
              <a:ext uri="{FF2B5EF4-FFF2-40B4-BE49-F238E27FC236}">
                <a16:creationId xmlns:a16="http://schemas.microsoft.com/office/drawing/2014/main" id="{37F3E9F5-4B7F-5E48-A12E-34B51085736D}"/>
              </a:ext>
            </a:extLst>
          </p:cNvPr>
          <p:cNvSpPr>
            <a:spLocks noGrp="1"/>
          </p:cNvSpPr>
          <p:nvPr>
            <p:ph idx="1"/>
          </p:nvPr>
        </p:nvSpPr>
        <p:spPr/>
        <p:txBody>
          <a:bodyPr>
            <a:normAutofit/>
          </a:bodyPr>
          <a:lstStyle/>
          <a:p>
            <a:endParaRPr lang="en-GB" dirty="0"/>
          </a:p>
        </p:txBody>
      </p:sp>
      <p:pic>
        <p:nvPicPr>
          <p:cNvPr id="3" name="Picture 2">
            <a:extLst>
              <a:ext uri="{FF2B5EF4-FFF2-40B4-BE49-F238E27FC236}">
                <a16:creationId xmlns:a16="http://schemas.microsoft.com/office/drawing/2014/main" id="{BF9F4235-E69E-3B44-8644-7450E903CDC6}"/>
              </a:ext>
            </a:extLst>
          </p:cNvPr>
          <p:cNvPicPr>
            <a:picLocks noChangeAspect="1"/>
          </p:cNvPicPr>
          <p:nvPr/>
        </p:nvPicPr>
        <p:blipFill>
          <a:blip r:embed="rId2"/>
          <a:stretch>
            <a:fillRect/>
          </a:stretch>
        </p:blipFill>
        <p:spPr>
          <a:xfrm>
            <a:off x="2586037" y="1643063"/>
            <a:ext cx="5791200" cy="4533900"/>
          </a:xfrm>
          <a:prstGeom prst="rect">
            <a:avLst/>
          </a:prstGeom>
        </p:spPr>
      </p:pic>
    </p:spTree>
    <p:extLst>
      <p:ext uri="{BB962C8B-B14F-4D97-AF65-F5344CB8AC3E}">
        <p14:creationId xmlns:p14="http://schemas.microsoft.com/office/powerpoint/2010/main" val="29418743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4F7D3B-9814-434F-969B-6F4D586DE011}"/>
              </a:ext>
            </a:extLst>
          </p:cNvPr>
          <p:cNvSpPr>
            <a:spLocks noGrp="1"/>
          </p:cNvSpPr>
          <p:nvPr>
            <p:ph type="title"/>
          </p:nvPr>
        </p:nvSpPr>
        <p:spPr/>
        <p:txBody>
          <a:bodyPr/>
          <a:lstStyle/>
          <a:p>
            <a:r>
              <a:rPr lang="en-IN" dirty="0"/>
              <a:t>How convolutional neural network works?</a:t>
            </a:r>
            <a:endParaRPr lang="en-GB" dirty="0"/>
          </a:p>
        </p:txBody>
      </p:sp>
      <p:sp>
        <p:nvSpPr>
          <p:cNvPr id="4" name="Content Placeholder 3">
            <a:extLst>
              <a:ext uri="{FF2B5EF4-FFF2-40B4-BE49-F238E27FC236}">
                <a16:creationId xmlns:a16="http://schemas.microsoft.com/office/drawing/2014/main" id="{37F3E9F5-4B7F-5E48-A12E-34B51085736D}"/>
              </a:ext>
            </a:extLst>
          </p:cNvPr>
          <p:cNvSpPr>
            <a:spLocks noGrp="1"/>
          </p:cNvSpPr>
          <p:nvPr>
            <p:ph idx="1"/>
          </p:nvPr>
        </p:nvSpPr>
        <p:spPr/>
        <p:txBody>
          <a:bodyPr>
            <a:normAutofit/>
          </a:bodyPr>
          <a:lstStyle/>
          <a:p>
            <a:r>
              <a:rPr lang="en-IN" dirty="0"/>
              <a:t>The first matrix (</a:t>
            </a:r>
            <a:r>
              <a:rPr lang="en-IN" i="1" dirty="0"/>
              <a:t>from the left</a:t>
            </a:r>
            <a:r>
              <a:rPr lang="en-IN" dirty="0"/>
              <a:t>) in the demonstration is the input to the convolutional layer. Then another matrix called "filter" or "kernel" is multiplied (matrix multiplication) to each window of the input matrix. The output of this multiplication is the input to the next layer.</a:t>
            </a:r>
            <a:endParaRPr lang="en-GB" dirty="0"/>
          </a:p>
        </p:txBody>
      </p:sp>
    </p:spTree>
    <p:extLst>
      <p:ext uri="{BB962C8B-B14F-4D97-AF65-F5344CB8AC3E}">
        <p14:creationId xmlns:p14="http://schemas.microsoft.com/office/powerpoint/2010/main" val="1170242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4F7D3B-9814-434F-969B-6F4D586DE011}"/>
              </a:ext>
            </a:extLst>
          </p:cNvPr>
          <p:cNvSpPr>
            <a:spLocks noGrp="1"/>
          </p:cNvSpPr>
          <p:nvPr>
            <p:ph type="title"/>
          </p:nvPr>
        </p:nvSpPr>
        <p:spPr/>
        <p:txBody>
          <a:bodyPr/>
          <a:lstStyle/>
          <a:p>
            <a:r>
              <a:rPr lang="en-IN" dirty="0"/>
              <a:t>How convolutional neural network works?</a:t>
            </a:r>
            <a:endParaRPr lang="en-GB" dirty="0"/>
          </a:p>
        </p:txBody>
      </p:sp>
      <p:sp>
        <p:nvSpPr>
          <p:cNvPr id="5" name="Content Placeholder 4">
            <a:extLst>
              <a:ext uri="{FF2B5EF4-FFF2-40B4-BE49-F238E27FC236}">
                <a16:creationId xmlns:a16="http://schemas.microsoft.com/office/drawing/2014/main" id="{D27B27B7-D228-1445-BFC4-8593695335B5}"/>
              </a:ext>
            </a:extLst>
          </p:cNvPr>
          <p:cNvSpPr>
            <a:spLocks noGrp="1"/>
          </p:cNvSpPr>
          <p:nvPr>
            <p:ph idx="1"/>
          </p:nvPr>
        </p:nvSpPr>
        <p:spPr/>
        <p:txBody>
          <a:bodyPr/>
          <a:lstStyle/>
          <a:p>
            <a:endParaRPr lang="en-GB"/>
          </a:p>
        </p:txBody>
      </p:sp>
      <p:pic>
        <p:nvPicPr>
          <p:cNvPr id="6" name="Picture 5">
            <a:extLst>
              <a:ext uri="{FF2B5EF4-FFF2-40B4-BE49-F238E27FC236}">
                <a16:creationId xmlns:a16="http://schemas.microsoft.com/office/drawing/2014/main" id="{AA12E75B-0D8E-4547-AACD-36869775DF25}"/>
              </a:ext>
            </a:extLst>
          </p:cNvPr>
          <p:cNvPicPr>
            <a:picLocks noChangeAspect="1"/>
          </p:cNvPicPr>
          <p:nvPr/>
        </p:nvPicPr>
        <p:blipFill>
          <a:blip r:embed="rId2"/>
          <a:stretch>
            <a:fillRect/>
          </a:stretch>
        </p:blipFill>
        <p:spPr>
          <a:xfrm>
            <a:off x="838200" y="1825625"/>
            <a:ext cx="11134725" cy="3701293"/>
          </a:xfrm>
          <a:prstGeom prst="rect">
            <a:avLst/>
          </a:prstGeom>
        </p:spPr>
      </p:pic>
    </p:spTree>
    <p:extLst>
      <p:ext uri="{BB962C8B-B14F-4D97-AF65-F5344CB8AC3E}">
        <p14:creationId xmlns:p14="http://schemas.microsoft.com/office/powerpoint/2010/main" val="358128939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1517</TotalTime>
  <Words>213</Words>
  <Application>Microsoft Macintosh PowerPoint</Application>
  <PresentationFormat>Widescreen</PresentationFormat>
  <Paragraphs>15</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Calibri Light</vt:lpstr>
      <vt:lpstr>Office Theme</vt:lpstr>
      <vt:lpstr>Assignment 2</vt:lpstr>
      <vt:lpstr>Steps followed</vt:lpstr>
      <vt:lpstr>Why convolutional neural network?</vt:lpstr>
      <vt:lpstr>How convolutional neural network works?</vt:lpstr>
      <vt:lpstr>How convolutional neural network works?</vt:lpstr>
      <vt:lpstr>How convolutional neural network works?</vt:lpstr>
    </vt:vector>
  </TitlesOfParts>
  <Company/>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Assignment 2</dc:title>
  <dc:creator>Sona Ramnani</dc:creator>
  <cp:lastModifiedBy>Sona Ramnani</cp:lastModifiedBy>
  <cp:revision>11</cp:revision>
  <dcterms:created xsi:type="dcterms:W3CDTF">2020-11-08T16:21:36Z</dcterms:created>
  <dcterms:modified xsi:type="dcterms:W3CDTF">2020-11-11T20:07:42Z</dcterms:modified>
</cp:coreProperties>
</file>